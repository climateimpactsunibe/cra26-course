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73" r:id="rId4"/>
    <p:sldId id="270" r:id="rId5"/>
    <p:sldId id="271" r:id="rId6"/>
    <p:sldId id="274" r:id="rId7"/>
    <p:sldId id="275" r:id="rId8"/>
    <p:sldId id="276" r:id="rId9"/>
    <p:sldId id="277" r:id="rId10"/>
    <p:sldId id="259" r:id="rId11"/>
    <p:sldId id="278" r:id="rId12"/>
    <p:sldId id="279" r:id="rId13"/>
    <p:sldId id="291" r:id="rId14"/>
    <p:sldId id="280" r:id="rId15"/>
    <p:sldId id="282" r:id="rId16"/>
    <p:sldId id="283" r:id="rId17"/>
    <p:sldId id="284" r:id="rId18"/>
    <p:sldId id="262" r:id="rId19"/>
    <p:sldId id="260" r:id="rId20"/>
    <p:sldId id="263" r:id="rId21"/>
    <p:sldId id="264" r:id="rId22"/>
    <p:sldId id="265" r:id="rId23"/>
    <p:sldId id="266" r:id="rId24"/>
    <p:sldId id="285" r:id="rId25"/>
    <p:sldId id="267" r:id="rId26"/>
    <p:sldId id="286" r:id="rId27"/>
    <p:sldId id="287" r:id="rId28"/>
    <p:sldId id="288" r:id="rId29"/>
    <p:sldId id="289" r:id="rId30"/>
    <p:sldId id="290" r:id="rId3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4C2B6-788B-4C48-A373-D88542F60462}" v="41" dt="2026-03-03T09:00:20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1860" autoAdjust="0"/>
  </p:normalViewPr>
  <p:slideViewPr>
    <p:cSldViewPr snapToGrid="0">
      <p:cViewPr varScale="1">
        <p:scale>
          <a:sx n="116" d="100"/>
          <a:sy n="116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gelmann, Alicia (GIUB)" userId="9425f7f6-1b5a-45ca-a7dc-6c7497866fb3" providerId="ADAL" clId="{C83A59F8-AE7A-40D0-A067-26E96507FED2}"/>
    <pc:docChg chg="undo custSel addSld delSld modSld sldOrd">
      <pc:chgData name="Engelmann, Alicia (GIUB)" userId="9425f7f6-1b5a-45ca-a7dc-6c7497866fb3" providerId="ADAL" clId="{C83A59F8-AE7A-40D0-A067-26E96507FED2}" dt="2026-03-04T10:21:28.106" v="967" actId="478"/>
      <pc:docMkLst>
        <pc:docMk/>
      </pc:docMkLst>
      <pc:sldChg chg="delSp modSp mod">
        <pc:chgData name="Engelmann, Alicia (GIUB)" userId="9425f7f6-1b5a-45ca-a7dc-6c7497866fb3" providerId="ADAL" clId="{C83A59F8-AE7A-40D0-A067-26E96507FED2}" dt="2026-03-04T10:20:15.960" v="962" actId="478"/>
        <pc:sldMkLst>
          <pc:docMk/>
          <pc:sldMk cId="1695610265" sldId="256"/>
        </pc:sldMkLst>
        <pc:spChg chg="mod">
          <ac:chgData name="Engelmann, Alicia (GIUB)" userId="9425f7f6-1b5a-45ca-a7dc-6c7497866fb3" providerId="ADAL" clId="{C83A59F8-AE7A-40D0-A067-26E96507FED2}" dt="2026-03-03T07:59:51.998" v="9" actId="20577"/>
          <ac:spMkLst>
            <pc:docMk/>
            <pc:sldMk cId="1695610265" sldId="256"/>
            <ac:spMk id="2" creationId="{BCB0D5F2-EB3E-AAC7-3014-91C83C4D2A2C}"/>
          </ac:spMkLst>
        </pc:spChg>
        <pc:spChg chg="del">
          <ac:chgData name="Engelmann, Alicia (GIUB)" userId="9425f7f6-1b5a-45ca-a7dc-6c7497866fb3" providerId="ADAL" clId="{C83A59F8-AE7A-40D0-A067-26E96507FED2}" dt="2026-03-04T10:20:15.960" v="962" actId="478"/>
          <ac:spMkLst>
            <pc:docMk/>
            <pc:sldMk cId="1695610265" sldId="256"/>
            <ac:spMk id="3" creationId="{1C8162E5-B5A7-1EF6-52D1-9D5D20AF8395}"/>
          </ac:spMkLst>
        </pc:spChg>
      </pc:sldChg>
      <pc:sldChg chg="add del">
        <pc:chgData name="Engelmann, Alicia (GIUB)" userId="9425f7f6-1b5a-45ca-a7dc-6c7497866fb3" providerId="ADAL" clId="{C83A59F8-AE7A-40D0-A067-26E96507FED2}" dt="2026-03-03T13:17:48.819" v="961" actId="47"/>
        <pc:sldMkLst>
          <pc:docMk/>
          <pc:sldMk cId="3870340511" sldId="258"/>
        </pc:sldMkLst>
      </pc:sldChg>
      <pc:sldChg chg="modSp mod ord">
        <pc:chgData name="Engelmann, Alicia (GIUB)" userId="9425f7f6-1b5a-45ca-a7dc-6c7497866fb3" providerId="ADAL" clId="{C83A59F8-AE7A-40D0-A067-26E96507FED2}" dt="2026-03-03T09:06:06.228" v="960" actId="20577"/>
        <pc:sldMkLst>
          <pc:docMk/>
          <pc:sldMk cId="192634789" sldId="260"/>
        </pc:sldMkLst>
        <pc:spChg chg="mod">
          <ac:chgData name="Engelmann, Alicia (GIUB)" userId="9425f7f6-1b5a-45ca-a7dc-6c7497866fb3" providerId="ADAL" clId="{C83A59F8-AE7A-40D0-A067-26E96507FED2}" dt="2026-03-03T08:34:12.461" v="437" actId="20577"/>
          <ac:spMkLst>
            <pc:docMk/>
            <pc:sldMk cId="192634789" sldId="260"/>
            <ac:spMk id="2" creationId="{A77806C0-E04E-CD92-4332-1878000F7796}"/>
          </ac:spMkLst>
        </pc:spChg>
        <pc:spChg chg="mod">
          <ac:chgData name="Engelmann, Alicia (GIUB)" userId="9425f7f6-1b5a-45ca-a7dc-6c7497866fb3" providerId="ADAL" clId="{C83A59F8-AE7A-40D0-A067-26E96507FED2}" dt="2026-03-03T09:06:06.228" v="960" actId="20577"/>
          <ac:spMkLst>
            <pc:docMk/>
            <pc:sldMk cId="192634789" sldId="260"/>
            <ac:spMk id="3" creationId="{FA05668E-2D3F-C1B6-E269-45E5B3BC7A15}"/>
          </ac:spMkLst>
        </pc:spChg>
        <pc:picChg chg="mod">
          <ac:chgData name="Engelmann, Alicia (GIUB)" userId="9425f7f6-1b5a-45ca-a7dc-6c7497866fb3" providerId="ADAL" clId="{C83A59F8-AE7A-40D0-A067-26E96507FED2}" dt="2026-03-03T08:54:20.571" v="846" actId="1076"/>
          <ac:picMkLst>
            <pc:docMk/>
            <pc:sldMk cId="192634789" sldId="260"/>
            <ac:picMk id="2052" creationId="{25FF6CF9-6B3A-9709-D334-BBF038665347}"/>
          </ac:picMkLst>
        </pc:picChg>
      </pc:sldChg>
      <pc:sldChg chg="addSp delSp modSp new del mod modClrScheme chgLayout">
        <pc:chgData name="Engelmann, Alicia (GIUB)" userId="9425f7f6-1b5a-45ca-a7dc-6c7497866fb3" providerId="ADAL" clId="{C83A59F8-AE7A-40D0-A067-26E96507FED2}" dt="2026-03-03T08:40:13.658" v="572" actId="47"/>
        <pc:sldMkLst>
          <pc:docMk/>
          <pc:sldMk cId="3457366236" sldId="261"/>
        </pc:sldMkLst>
        <pc:spChg chg="mod ord">
          <ac:chgData name="Engelmann, Alicia (GIUB)" userId="9425f7f6-1b5a-45ca-a7dc-6c7497866fb3" providerId="ADAL" clId="{C83A59F8-AE7A-40D0-A067-26E96507FED2}" dt="2026-03-03T08:14:56.680" v="34" actId="700"/>
          <ac:spMkLst>
            <pc:docMk/>
            <pc:sldMk cId="3457366236" sldId="261"/>
            <ac:spMk id="2" creationId="{00836A56-F128-87F3-5DA1-25A3F5107BD4}"/>
          </ac:spMkLst>
        </pc:spChg>
        <pc:spChg chg="del mod ord">
          <ac:chgData name="Engelmann, Alicia (GIUB)" userId="9425f7f6-1b5a-45ca-a7dc-6c7497866fb3" providerId="ADAL" clId="{C83A59F8-AE7A-40D0-A067-26E96507FED2}" dt="2026-03-03T08:14:56.680" v="34" actId="700"/>
          <ac:spMkLst>
            <pc:docMk/>
            <pc:sldMk cId="3457366236" sldId="261"/>
            <ac:spMk id="3" creationId="{9D6E008F-7F24-91BA-4DDA-8027E848CEDF}"/>
          </ac:spMkLst>
        </pc:spChg>
        <pc:spChg chg="add mod ord">
          <ac:chgData name="Engelmann, Alicia (GIUB)" userId="9425f7f6-1b5a-45ca-a7dc-6c7497866fb3" providerId="ADAL" clId="{C83A59F8-AE7A-40D0-A067-26E96507FED2}" dt="2026-03-03T08:14:56.680" v="34" actId="700"/>
          <ac:spMkLst>
            <pc:docMk/>
            <pc:sldMk cId="3457366236" sldId="261"/>
            <ac:spMk id="4" creationId="{397BAB27-2077-195B-0EB4-5A5EF0DAE1A1}"/>
          </ac:spMkLst>
        </pc:spChg>
      </pc:sldChg>
      <pc:sldChg chg="addSp delSp modSp add mod">
        <pc:chgData name="Engelmann, Alicia (GIUB)" userId="9425f7f6-1b5a-45ca-a7dc-6c7497866fb3" providerId="ADAL" clId="{C83A59F8-AE7A-40D0-A067-26E96507FED2}" dt="2026-03-03T08:45:46.395" v="620" actId="1076"/>
        <pc:sldMkLst>
          <pc:docMk/>
          <pc:sldMk cId="1078265571" sldId="262"/>
        </pc:sldMkLst>
        <pc:spChg chg="del">
          <ac:chgData name="Engelmann, Alicia (GIUB)" userId="9425f7f6-1b5a-45ca-a7dc-6c7497866fb3" providerId="ADAL" clId="{C83A59F8-AE7A-40D0-A067-26E96507FED2}" dt="2026-03-03T08:31:26.995" v="226" actId="478"/>
          <ac:spMkLst>
            <pc:docMk/>
            <pc:sldMk cId="1078265571" sldId="262"/>
            <ac:spMk id="2" creationId="{B67B4690-546B-FDE4-F587-1A9E8FFFFB8B}"/>
          </ac:spMkLst>
        </pc:spChg>
        <pc:spChg chg="add del mod">
          <ac:chgData name="Engelmann, Alicia (GIUB)" userId="9425f7f6-1b5a-45ca-a7dc-6c7497866fb3" providerId="ADAL" clId="{C83A59F8-AE7A-40D0-A067-26E96507FED2}" dt="2026-03-03T08:31:27.676" v="227" actId="478"/>
          <ac:spMkLst>
            <pc:docMk/>
            <pc:sldMk cId="1078265571" sldId="262"/>
            <ac:spMk id="4" creationId="{253E90A3-D5F6-263A-6EA8-BF841A41260F}"/>
          </ac:spMkLst>
        </pc:spChg>
        <pc:spChg chg="add mod">
          <ac:chgData name="Engelmann, Alicia (GIUB)" userId="9425f7f6-1b5a-45ca-a7dc-6c7497866fb3" providerId="ADAL" clId="{C83A59F8-AE7A-40D0-A067-26E96507FED2}" dt="2026-03-03T08:45:35.412" v="617" actId="14100"/>
          <ac:spMkLst>
            <pc:docMk/>
            <pc:sldMk cId="1078265571" sldId="262"/>
            <ac:spMk id="6" creationId="{ABF9C0CD-5034-02F3-7392-E762B030F506}"/>
          </ac:spMkLst>
        </pc:spChg>
        <pc:spChg chg="add mod">
          <ac:chgData name="Engelmann, Alicia (GIUB)" userId="9425f7f6-1b5a-45ca-a7dc-6c7497866fb3" providerId="ADAL" clId="{C83A59F8-AE7A-40D0-A067-26E96507FED2}" dt="2026-03-03T08:45:46.395" v="620" actId="1076"/>
          <ac:spMkLst>
            <pc:docMk/>
            <pc:sldMk cId="1078265571" sldId="262"/>
            <ac:spMk id="7" creationId="{EEC5BC7E-DB77-597A-C9D8-65C2DE9775FB}"/>
          </ac:spMkLst>
        </pc:spChg>
      </pc:sldChg>
      <pc:sldChg chg="new del">
        <pc:chgData name="Engelmann, Alicia (GIUB)" userId="9425f7f6-1b5a-45ca-a7dc-6c7497866fb3" providerId="ADAL" clId="{C83A59F8-AE7A-40D0-A067-26E96507FED2}" dt="2026-03-03T08:26:06.507" v="53" actId="47"/>
        <pc:sldMkLst>
          <pc:docMk/>
          <pc:sldMk cId="3165134138" sldId="262"/>
        </pc:sldMkLst>
      </pc:sldChg>
      <pc:sldChg chg="addSp delSp modSp add mod">
        <pc:chgData name="Engelmann, Alicia (GIUB)" userId="9425f7f6-1b5a-45ca-a7dc-6c7497866fb3" providerId="ADAL" clId="{C83A59F8-AE7A-40D0-A067-26E96507FED2}" dt="2026-03-03T08:35:36.186" v="460" actId="14100"/>
        <pc:sldMkLst>
          <pc:docMk/>
          <pc:sldMk cId="3609394892" sldId="263"/>
        </pc:sldMkLst>
        <pc:spChg chg="mod">
          <ac:chgData name="Engelmann, Alicia (GIUB)" userId="9425f7f6-1b5a-45ca-a7dc-6c7497866fb3" providerId="ADAL" clId="{C83A59F8-AE7A-40D0-A067-26E96507FED2}" dt="2026-03-03T08:35:36.186" v="460" actId="14100"/>
          <ac:spMkLst>
            <pc:docMk/>
            <pc:sldMk cId="3609394892" sldId="263"/>
            <ac:spMk id="2" creationId="{4616F302-28A0-C2E9-C963-CEDF09BDF66A}"/>
          </ac:spMkLst>
        </pc:spChg>
        <pc:spChg chg="add del mod">
          <ac:chgData name="Engelmann, Alicia (GIUB)" userId="9425f7f6-1b5a-45ca-a7dc-6c7497866fb3" providerId="ADAL" clId="{C83A59F8-AE7A-40D0-A067-26E96507FED2}" dt="2026-03-03T08:35:23.042" v="455" actId="478"/>
          <ac:spMkLst>
            <pc:docMk/>
            <pc:sldMk cId="3609394892" sldId="263"/>
            <ac:spMk id="3" creationId="{A3E7E7D5-37AC-5CA2-09FC-C9BA0273EDF3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35:46.298" v="470" actId="20577"/>
        <pc:sldMkLst>
          <pc:docMk/>
          <pc:sldMk cId="785736154" sldId="264"/>
        </pc:sldMkLst>
        <pc:spChg chg="mod">
          <ac:chgData name="Engelmann, Alicia (GIUB)" userId="9425f7f6-1b5a-45ca-a7dc-6c7497866fb3" providerId="ADAL" clId="{C83A59F8-AE7A-40D0-A067-26E96507FED2}" dt="2026-03-03T08:35:46.298" v="470" actId="20577"/>
          <ac:spMkLst>
            <pc:docMk/>
            <pc:sldMk cId="785736154" sldId="264"/>
            <ac:spMk id="2" creationId="{15A91B59-E3A0-70EB-7A04-882F6B6B1319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36:00.863" v="482" actId="20577"/>
        <pc:sldMkLst>
          <pc:docMk/>
          <pc:sldMk cId="609755351" sldId="265"/>
        </pc:sldMkLst>
        <pc:spChg chg="mod">
          <ac:chgData name="Engelmann, Alicia (GIUB)" userId="9425f7f6-1b5a-45ca-a7dc-6c7497866fb3" providerId="ADAL" clId="{C83A59F8-AE7A-40D0-A067-26E96507FED2}" dt="2026-03-03T08:36:00.863" v="482" actId="20577"/>
          <ac:spMkLst>
            <pc:docMk/>
            <pc:sldMk cId="609755351" sldId="265"/>
            <ac:spMk id="2" creationId="{ADBE6784-731A-C99C-768B-43136D082D10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36:11.825" v="494" actId="404"/>
        <pc:sldMkLst>
          <pc:docMk/>
          <pc:sldMk cId="421627824" sldId="266"/>
        </pc:sldMkLst>
        <pc:spChg chg="mod">
          <ac:chgData name="Engelmann, Alicia (GIUB)" userId="9425f7f6-1b5a-45ca-a7dc-6c7497866fb3" providerId="ADAL" clId="{C83A59F8-AE7A-40D0-A067-26E96507FED2}" dt="2026-03-03T08:36:11.825" v="494" actId="404"/>
          <ac:spMkLst>
            <pc:docMk/>
            <pc:sldMk cId="421627824" sldId="266"/>
            <ac:spMk id="2" creationId="{E415C9A6-ADCA-6285-A25E-431723E7525F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43:41.939" v="596" actId="404"/>
        <pc:sldMkLst>
          <pc:docMk/>
          <pc:sldMk cId="2033376302" sldId="267"/>
        </pc:sldMkLst>
        <pc:spChg chg="mod">
          <ac:chgData name="Engelmann, Alicia (GIUB)" userId="9425f7f6-1b5a-45ca-a7dc-6c7497866fb3" providerId="ADAL" clId="{C83A59F8-AE7A-40D0-A067-26E96507FED2}" dt="2026-03-03T08:43:41.939" v="596" actId="404"/>
          <ac:spMkLst>
            <pc:docMk/>
            <pc:sldMk cId="2033376302" sldId="267"/>
            <ac:spMk id="2" creationId="{2A27C4C6-0F7F-900B-6C80-7A981981B811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36:48.938" v="500" actId="404"/>
        <pc:sldMkLst>
          <pc:docMk/>
          <pc:sldMk cId="2452911860" sldId="270"/>
        </pc:sldMkLst>
        <pc:spChg chg="mod">
          <ac:chgData name="Engelmann, Alicia (GIUB)" userId="9425f7f6-1b5a-45ca-a7dc-6c7497866fb3" providerId="ADAL" clId="{C83A59F8-AE7A-40D0-A067-26E96507FED2}" dt="2026-03-03T08:36:48.938" v="500" actId="404"/>
          <ac:spMkLst>
            <pc:docMk/>
            <pc:sldMk cId="2452911860" sldId="270"/>
            <ac:spMk id="27" creationId="{BBECAE19-9E6F-4A22-F813-5E37158C9F9E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36:53.768" v="502" actId="404"/>
        <pc:sldMkLst>
          <pc:docMk/>
          <pc:sldMk cId="294592944" sldId="271"/>
        </pc:sldMkLst>
        <pc:spChg chg="mod">
          <ac:chgData name="Engelmann, Alicia (GIUB)" userId="9425f7f6-1b5a-45ca-a7dc-6c7497866fb3" providerId="ADAL" clId="{C83A59F8-AE7A-40D0-A067-26E96507FED2}" dt="2026-03-03T08:36:53.768" v="502" actId="404"/>
          <ac:spMkLst>
            <pc:docMk/>
            <pc:sldMk cId="294592944" sldId="271"/>
            <ac:spMk id="2" creationId="{8D6F6455-ED37-2B74-B620-ADFFC5A4F897}"/>
          </ac:spMkLst>
        </pc:spChg>
      </pc:sldChg>
      <pc:sldChg chg="addSp delSp modSp add mod">
        <pc:chgData name="Engelmann, Alicia (GIUB)" userId="9425f7f6-1b5a-45ca-a7dc-6c7497866fb3" providerId="ADAL" clId="{C83A59F8-AE7A-40D0-A067-26E96507FED2}" dt="2026-03-03T08:40:10.696" v="571" actId="20577"/>
        <pc:sldMkLst>
          <pc:docMk/>
          <pc:sldMk cId="3318848079" sldId="273"/>
        </pc:sldMkLst>
        <pc:spChg chg="add del mod">
          <ac:chgData name="Engelmann, Alicia (GIUB)" userId="9425f7f6-1b5a-45ca-a7dc-6c7497866fb3" providerId="ADAL" clId="{C83A59F8-AE7A-40D0-A067-26E96507FED2}" dt="2026-03-03T08:21:02.609" v="38" actId="478"/>
          <ac:spMkLst>
            <pc:docMk/>
            <pc:sldMk cId="3318848079" sldId="273"/>
            <ac:spMk id="3" creationId="{C67BD4D0-E613-05F4-821A-19AB8A7FF94F}"/>
          </ac:spMkLst>
        </pc:spChg>
        <pc:spChg chg="add mod">
          <ac:chgData name="Engelmann, Alicia (GIUB)" userId="9425f7f6-1b5a-45ca-a7dc-6c7497866fb3" providerId="ADAL" clId="{C83A59F8-AE7A-40D0-A067-26E96507FED2}" dt="2026-03-03T08:40:10.696" v="571" actId="20577"/>
          <ac:spMkLst>
            <pc:docMk/>
            <pc:sldMk cId="3318848079" sldId="273"/>
            <ac:spMk id="8" creationId="{103B9032-7E35-B7B5-CBE2-369900B846EE}"/>
          </ac:spMkLst>
        </pc:spChg>
        <pc:picChg chg="del">
          <ac:chgData name="Engelmann, Alicia (GIUB)" userId="9425f7f6-1b5a-45ca-a7dc-6c7497866fb3" providerId="ADAL" clId="{C83A59F8-AE7A-40D0-A067-26E96507FED2}" dt="2026-03-03T08:20:57.932" v="37" actId="478"/>
          <ac:picMkLst>
            <pc:docMk/>
            <pc:sldMk cId="3318848079" sldId="273"/>
            <ac:picMk id="5" creationId="{A6707330-036D-50AF-203E-413F6A8F6F23}"/>
          </ac:picMkLst>
        </pc:picChg>
        <pc:picChg chg="add mod">
          <ac:chgData name="Engelmann, Alicia (GIUB)" userId="9425f7f6-1b5a-45ca-a7dc-6c7497866fb3" providerId="ADAL" clId="{C83A59F8-AE7A-40D0-A067-26E96507FED2}" dt="2026-03-03T08:21:50.791" v="46" actId="1076"/>
          <ac:picMkLst>
            <pc:docMk/>
            <pc:sldMk cId="3318848079" sldId="273"/>
            <ac:picMk id="7" creationId="{1E3F9AE0-12E7-8402-2093-8CEC9B999A3D}"/>
          </ac:picMkLst>
        </pc:picChg>
        <pc:picChg chg="add del mod">
          <ac:chgData name="Engelmann, Alicia (GIUB)" userId="9425f7f6-1b5a-45ca-a7dc-6c7497866fb3" providerId="ADAL" clId="{C83A59F8-AE7A-40D0-A067-26E96507FED2}" dt="2026-03-03T08:21:14.914" v="43" actId="478"/>
          <ac:picMkLst>
            <pc:docMk/>
            <pc:sldMk cId="3318848079" sldId="273"/>
            <ac:picMk id="1026" creationId="{B1574A8B-3C92-848A-988C-DFC1E3760252}"/>
          </ac:picMkLst>
        </pc:picChg>
      </pc:sldChg>
      <pc:sldChg chg="modSp add mod">
        <pc:chgData name="Engelmann, Alicia (GIUB)" userId="9425f7f6-1b5a-45ca-a7dc-6c7497866fb3" providerId="ADAL" clId="{C83A59F8-AE7A-40D0-A067-26E96507FED2}" dt="2026-03-03T08:36:57.832" v="504" actId="404"/>
        <pc:sldMkLst>
          <pc:docMk/>
          <pc:sldMk cId="3849838791" sldId="274"/>
        </pc:sldMkLst>
        <pc:spChg chg="mod">
          <ac:chgData name="Engelmann, Alicia (GIUB)" userId="9425f7f6-1b5a-45ca-a7dc-6c7497866fb3" providerId="ADAL" clId="{C83A59F8-AE7A-40D0-A067-26E96507FED2}" dt="2026-03-03T08:36:57.832" v="504" actId="404"/>
          <ac:spMkLst>
            <pc:docMk/>
            <pc:sldMk cId="3849838791" sldId="274"/>
            <ac:spMk id="2" creationId="{953B0208-D00A-C2C2-B5C6-0BA921DAFB82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37:01.324" v="506" actId="404"/>
        <pc:sldMkLst>
          <pc:docMk/>
          <pc:sldMk cId="2437065753" sldId="275"/>
        </pc:sldMkLst>
        <pc:spChg chg="mod">
          <ac:chgData name="Engelmann, Alicia (GIUB)" userId="9425f7f6-1b5a-45ca-a7dc-6c7497866fb3" providerId="ADAL" clId="{C83A59F8-AE7A-40D0-A067-26E96507FED2}" dt="2026-03-03T08:37:01.324" v="506" actId="404"/>
          <ac:spMkLst>
            <pc:docMk/>
            <pc:sldMk cId="2437065753" sldId="275"/>
            <ac:spMk id="2" creationId="{B21000A3-F3C8-AEC8-7CB9-2898077A430F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37:05.550" v="508" actId="404"/>
        <pc:sldMkLst>
          <pc:docMk/>
          <pc:sldMk cId="2669209927" sldId="276"/>
        </pc:sldMkLst>
        <pc:spChg chg="mod">
          <ac:chgData name="Engelmann, Alicia (GIUB)" userId="9425f7f6-1b5a-45ca-a7dc-6c7497866fb3" providerId="ADAL" clId="{C83A59F8-AE7A-40D0-A067-26E96507FED2}" dt="2026-03-03T08:37:05.550" v="508" actId="404"/>
          <ac:spMkLst>
            <pc:docMk/>
            <pc:sldMk cId="2669209927" sldId="276"/>
            <ac:spMk id="2" creationId="{CB101E0B-B2CC-0152-9376-A632686449FE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37:15.750" v="514" actId="20577"/>
        <pc:sldMkLst>
          <pc:docMk/>
          <pc:sldMk cId="874056502" sldId="277"/>
        </pc:sldMkLst>
        <pc:spChg chg="mod">
          <ac:chgData name="Engelmann, Alicia (GIUB)" userId="9425f7f6-1b5a-45ca-a7dc-6c7497866fb3" providerId="ADAL" clId="{C83A59F8-AE7A-40D0-A067-26E96507FED2}" dt="2026-03-03T08:37:15.750" v="514" actId="20577"/>
          <ac:spMkLst>
            <pc:docMk/>
            <pc:sldMk cId="874056502" sldId="277"/>
            <ac:spMk id="2" creationId="{6D3F91B6-5DFC-407D-7302-0194E7CB53F4}"/>
          </ac:spMkLst>
        </pc:spChg>
      </pc:sldChg>
      <pc:sldChg chg="delSp add mod">
        <pc:chgData name="Engelmann, Alicia (GIUB)" userId="9425f7f6-1b5a-45ca-a7dc-6c7497866fb3" providerId="ADAL" clId="{C83A59F8-AE7A-40D0-A067-26E96507FED2}" dt="2026-03-03T08:49:49.925" v="679" actId="478"/>
        <pc:sldMkLst>
          <pc:docMk/>
          <pc:sldMk cId="3224691216" sldId="278"/>
        </pc:sldMkLst>
        <pc:spChg chg="del">
          <ac:chgData name="Engelmann, Alicia (GIUB)" userId="9425f7f6-1b5a-45ca-a7dc-6c7497866fb3" providerId="ADAL" clId="{C83A59F8-AE7A-40D0-A067-26E96507FED2}" dt="2026-03-03T08:49:49.925" v="679" actId="478"/>
          <ac:spMkLst>
            <pc:docMk/>
            <pc:sldMk cId="3224691216" sldId="278"/>
            <ac:spMk id="2" creationId="{BB4636F7-16F9-DEAB-D35F-EF1857A7BD7B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49:45.572" v="678" actId="1076"/>
        <pc:sldMkLst>
          <pc:docMk/>
          <pc:sldMk cId="676521553" sldId="279"/>
        </pc:sldMkLst>
        <pc:spChg chg="mod">
          <ac:chgData name="Engelmann, Alicia (GIUB)" userId="9425f7f6-1b5a-45ca-a7dc-6c7497866fb3" providerId="ADAL" clId="{C83A59F8-AE7A-40D0-A067-26E96507FED2}" dt="2026-03-03T08:49:45.572" v="678" actId="1076"/>
          <ac:spMkLst>
            <pc:docMk/>
            <pc:sldMk cId="676521553" sldId="279"/>
            <ac:spMk id="4" creationId="{74944495-E23A-D23D-D85A-41798B857253}"/>
          </ac:spMkLst>
        </pc:spChg>
      </pc:sldChg>
      <pc:sldChg chg="addSp delSp modSp add mod">
        <pc:chgData name="Engelmann, Alicia (GIUB)" userId="9425f7f6-1b5a-45ca-a7dc-6c7497866fb3" providerId="ADAL" clId="{C83A59F8-AE7A-40D0-A067-26E96507FED2}" dt="2026-03-04T10:21:28.106" v="967" actId="478"/>
        <pc:sldMkLst>
          <pc:docMk/>
          <pc:sldMk cId="1575936412" sldId="280"/>
        </pc:sldMkLst>
        <pc:spChg chg="mod">
          <ac:chgData name="Engelmann, Alicia (GIUB)" userId="9425f7f6-1b5a-45ca-a7dc-6c7497866fb3" providerId="ADAL" clId="{C83A59F8-AE7A-40D0-A067-26E96507FED2}" dt="2026-03-03T08:41:49.890" v="582" actId="20577"/>
          <ac:spMkLst>
            <pc:docMk/>
            <pc:sldMk cId="1575936412" sldId="280"/>
            <ac:spMk id="2" creationId="{6AFAAE00-F49D-179D-8342-E71BF8F0A0C7}"/>
          </ac:spMkLst>
        </pc:spChg>
        <pc:spChg chg="add del mod">
          <ac:chgData name="Engelmann, Alicia (GIUB)" userId="9425f7f6-1b5a-45ca-a7dc-6c7497866fb3" providerId="ADAL" clId="{C83A59F8-AE7A-40D0-A067-26E96507FED2}" dt="2026-03-04T10:21:28.106" v="967" actId="478"/>
          <ac:spMkLst>
            <pc:docMk/>
            <pc:sldMk cId="1575936412" sldId="280"/>
            <ac:spMk id="3" creationId="{B54A6A18-89AD-5428-2059-21867A2C5599}"/>
          </ac:spMkLst>
        </pc:spChg>
      </pc:sldChg>
      <pc:sldChg chg="addSp delSp modSp add mod">
        <pc:chgData name="Engelmann, Alicia (GIUB)" userId="9425f7f6-1b5a-45ca-a7dc-6c7497866fb3" providerId="ADAL" clId="{C83A59F8-AE7A-40D0-A067-26E96507FED2}" dt="2026-03-03T08:38:06.046" v="533" actId="1076"/>
        <pc:sldMkLst>
          <pc:docMk/>
          <pc:sldMk cId="1072575983" sldId="282"/>
        </pc:sldMkLst>
        <pc:spChg chg="del">
          <ac:chgData name="Engelmann, Alicia (GIUB)" userId="9425f7f6-1b5a-45ca-a7dc-6c7497866fb3" providerId="ADAL" clId="{C83A59F8-AE7A-40D0-A067-26E96507FED2}" dt="2026-03-03T08:27:30.941" v="55" actId="478"/>
          <ac:spMkLst>
            <pc:docMk/>
            <pc:sldMk cId="1072575983" sldId="282"/>
            <ac:spMk id="2" creationId="{29E30655-83DC-51C6-1423-C982FBED3116}"/>
          </ac:spMkLst>
        </pc:spChg>
        <pc:spChg chg="add mod">
          <ac:chgData name="Engelmann, Alicia (GIUB)" userId="9425f7f6-1b5a-45ca-a7dc-6c7497866fb3" providerId="ADAL" clId="{C83A59F8-AE7A-40D0-A067-26E96507FED2}" dt="2026-03-03T08:38:06.046" v="533" actId="1076"/>
          <ac:spMkLst>
            <pc:docMk/>
            <pc:sldMk cId="1072575983" sldId="282"/>
            <ac:spMk id="3" creationId="{1F0080F5-EBAA-9C54-7FA0-81F15E702E77}"/>
          </ac:spMkLst>
        </pc:spChg>
      </pc:sldChg>
      <pc:sldChg chg="addSp delSp modSp add mod">
        <pc:chgData name="Engelmann, Alicia (GIUB)" userId="9425f7f6-1b5a-45ca-a7dc-6c7497866fb3" providerId="ADAL" clId="{C83A59F8-AE7A-40D0-A067-26E96507FED2}" dt="2026-03-04T10:21:23.732" v="966" actId="478"/>
        <pc:sldMkLst>
          <pc:docMk/>
          <pc:sldMk cId="3242891858" sldId="283"/>
        </pc:sldMkLst>
        <pc:spChg chg="del">
          <ac:chgData name="Engelmann, Alicia (GIUB)" userId="9425f7f6-1b5a-45ca-a7dc-6c7497866fb3" providerId="ADAL" clId="{C83A59F8-AE7A-40D0-A067-26E96507FED2}" dt="2026-03-03T08:29:05.866" v="173" actId="478"/>
          <ac:spMkLst>
            <pc:docMk/>
            <pc:sldMk cId="3242891858" sldId="283"/>
            <ac:spMk id="2" creationId="{9CF65C0D-C805-819E-181A-5C148EBAFE5A}"/>
          </ac:spMkLst>
        </pc:spChg>
        <pc:spChg chg="add mod">
          <ac:chgData name="Engelmann, Alicia (GIUB)" userId="9425f7f6-1b5a-45ca-a7dc-6c7497866fb3" providerId="ADAL" clId="{C83A59F8-AE7A-40D0-A067-26E96507FED2}" dt="2026-03-03T08:38:23.129" v="541" actId="1076"/>
          <ac:spMkLst>
            <pc:docMk/>
            <pc:sldMk cId="3242891858" sldId="283"/>
            <ac:spMk id="3" creationId="{6C70A73D-8EB1-8159-4361-B57691817EBA}"/>
          </ac:spMkLst>
        </pc:spChg>
        <pc:spChg chg="add del mod">
          <ac:chgData name="Engelmann, Alicia (GIUB)" userId="9425f7f6-1b5a-45ca-a7dc-6c7497866fb3" providerId="ADAL" clId="{C83A59F8-AE7A-40D0-A067-26E96507FED2}" dt="2026-03-03T08:29:09.112" v="174" actId="478"/>
          <ac:spMkLst>
            <pc:docMk/>
            <pc:sldMk cId="3242891858" sldId="283"/>
            <ac:spMk id="6" creationId="{8368F3B9-EFD8-A324-E7E5-09D3C94473A4}"/>
          </ac:spMkLst>
        </pc:spChg>
        <pc:spChg chg="add del mod">
          <ac:chgData name="Engelmann, Alicia (GIUB)" userId="9425f7f6-1b5a-45ca-a7dc-6c7497866fb3" providerId="ADAL" clId="{C83A59F8-AE7A-40D0-A067-26E96507FED2}" dt="2026-03-04T10:21:23.732" v="966" actId="478"/>
          <ac:spMkLst>
            <pc:docMk/>
            <pc:sldMk cId="3242891858" sldId="283"/>
            <ac:spMk id="7" creationId="{03D67398-0C79-2D2A-0351-ED7A67485906}"/>
          </ac:spMkLst>
        </pc:spChg>
      </pc:sldChg>
      <pc:sldChg chg="addSp delSp modSp add mod">
        <pc:chgData name="Engelmann, Alicia (GIUB)" userId="9425f7f6-1b5a-45ca-a7dc-6c7497866fb3" providerId="ADAL" clId="{C83A59F8-AE7A-40D0-A067-26E96507FED2}" dt="2026-03-04T10:21:21.072" v="965" actId="478"/>
        <pc:sldMkLst>
          <pc:docMk/>
          <pc:sldMk cId="3013114738" sldId="284"/>
        </pc:sldMkLst>
        <pc:spChg chg="del">
          <ac:chgData name="Engelmann, Alicia (GIUB)" userId="9425f7f6-1b5a-45ca-a7dc-6c7497866fb3" providerId="ADAL" clId="{C83A59F8-AE7A-40D0-A067-26E96507FED2}" dt="2026-03-03T08:30:01.034" v="189" actId="478"/>
          <ac:spMkLst>
            <pc:docMk/>
            <pc:sldMk cId="3013114738" sldId="284"/>
            <ac:spMk id="2" creationId="{263E403E-D022-955F-8065-5CF73F4690C3}"/>
          </ac:spMkLst>
        </pc:spChg>
        <pc:spChg chg="add del mod">
          <ac:chgData name="Engelmann, Alicia (GIUB)" userId="9425f7f6-1b5a-45ca-a7dc-6c7497866fb3" providerId="ADAL" clId="{C83A59F8-AE7A-40D0-A067-26E96507FED2}" dt="2026-03-03T08:30:02.886" v="190" actId="478"/>
          <ac:spMkLst>
            <pc:docMk/>
            <pc:sldMk cId="3013114738" sldId="284"/>
            <ac:spMk id="4" creationId="{3355F40B-E3A6-4205-D2D3-3628B7DB73AA}"/>
          </ac:spMkLst>
        </pc:spChg>
        <pc:spChg chg="add mod">
          <ac:chgData name="Engelmann, Alicia (GIUB)" userId="9425f7f6-1b5a-45ca-a7dc-6c7497866fb3" providerId="ADAL" clId="{C83A59F8-AE7A-40D0-A067-26E96507FED2}" dt="2026-03-03T08:38:36.225" v="545" actId="1076"/>
          <ac:spMkLst>
            <pc:docMk/>
            <pc:sldMk cId="3013114738" sldId="284"/>
            <ac:spMk id="6" creationId="{4E1B394D-92D5-D3C9-57D8-77D05BEAFBD3}"/>
          </ac:spMkLst>
        </pc:spChg>
        <pc:spChg chg="add del mod">
          <ac:chgData name="Engelmann, Alicia (GIUB)" userId="9425f7f6-1b5a-45ca-a7dc-6c7497866fb3" providerId="ADAL" clId="{C83A59F8-AE7A-40D0-A067-26E96507FED2}" dt="2026-03-04T10:21:21.072" v="965" actId="478"/>
          <ac:spMkLst>
            <pc:docMk/>
            <pc:sldMk cId="3013114738" sldId="284"/>
            <ac:spMk id="7" creationId="{38B58227-7BC3-9723-B4BD-4AD573BD125C}"/>
          </ac:spMkLst>
        </pc:spChg>
      </pc:sldChg>
      <pc:sldChg chg="addSp delSp modSp add mod">
        <pc:chgData name="Engelmann, Alicia (GIUB)" userId="9425f7f6-1b5a-45ca-a7dc-6c7497866fb3" providerId="ADAL" clId="{C83A59F8-AE7A-40D0-A067-26E96507FED2}" dt="2026-03-04T10:21:14.602" v="964" actId="478"/>
        <pc:sldMkLst>
          <pc:docMk/>
          <pc:sldMk cId="3015218000" sldId="285"/>
        </pc:sldMkLst>
        <pc:spChg chg="mod">
          <ac:chgData name="Engelmann, Alicia (GIUB)" userId="9425f7f6-1b5a-45ca-a7dc-6c7497866fb3" providerId="ADAL" clId="{C83A59F8-AE7A-40D0-A067-26E96507FED2}" dt="2026-03-03T08:43:37.948" v="594" actId="404"/>
          <ac:spMkLst>
            <pc:docMk/>
            <pc:sldMk cId="3015218000" sldId="285"/>
            <ac:spMk id="2" creationId="{98BFC0ED-F52E-9068-04C4-6825946F22EE}"/>
          </ac:spMkLst>
        </pc:spChg>
        <pc:spChg chg="add del mod">
          <ac:chgData name="Engelmann, Alicia (GIUB)" userId="9425f7f6-1b5a-45ca-a7dc-6c7497866fb3" providerId="ADAL" clId="{C83A59F8-AE7A-40D0-A067-26E96507FED2}" dt="2026-03-04T10:21:14.602" v="964" actId="478"/>
          <ac:spMkLst>
            <pc:docMk/>
            <pc:sldMk cId="3015218000" sldId="285"/>
            <ac:spMk id="4" creationId="{0BFB5B58-5464-3D56-CF4F-E7BDC3758B27}"/>
          </ac:spMkLst>
        </pc:spChg>
        <pc:spChg chg="add del mod">
          <ac:chgData name="Engelmann, Alicia (GIUB)" userId="9425f7f6-1b5a-45ca-a7dc-6c7497866fb3" providerId="ADAL" clId="{C83A59F8-AE7A-40D0-A067-26E96507FED2}" dt="2026-03-04T10:21:13.327" v="963" actId="478"/>
          <ac:spMkLst>
            <pc:docMk/>
            <pc:sldMk cId="3015218000" sldId="285"/>
            <ac:spMk id="5" creationId="{37E7B38F-251B-32C0-63A8-62F090987DCE}"/>
          </ac:spMkLst>
        </pc:spChg>
      </pc:sldChg>
      <pc:sldChg chg="add">
        <pc:chgData name="Engelmann, Alicia (GIUB)" userId="9425f7f6-1b5a-45ca-a7dc-6c7497866fb3" providerId="ADAL" clId="{C83A59F8-AE7A-40D0-A067-26E96507FED2}" dt="2026-03-03T08:44:03.332" v="597"/>
        <pc:sldMkLst>
          <pc:docMk/>
          <pc:sldMk cId="2947875631" sldId="286"/>
        </pc:sldMkLst>
      </pc:sldChg>
      <pc:sldChg chg="add">
        <pc:chgData name="Engelmann, Alicia (GIUB)" userId="9425f7f6-1b5a-45ca-a7dc-6c7497866fb3" providerId="ADAL" clId="{C83A59F8-AE7A-40D0-A067-26E96507FED2}" dt="2026-03-03T08:44:03.332" v="597"/>
        <pc:sldMkLst>
          <pc:docMk/>
          <pc:sldMk cId="354277637" sldId="287"/>
        </pc:sldMkLst>
      </pc:sldChg>
      <pc:sldChg chg="addSp modSp add mod">
        <pc:chgData name="Engelmann, Alicia (GIUB)" userId="9425f7f6-1b5a-45ca-a7dc-6c7497866fb3" providerId="ADAL" clId="{C83A59F8-AE7A-40D0-A067-26E96507FED2}" dt="2026-03-03T08:46:52.161" v="627" actId="20577"/>
        <pc:sldMkLst>
          <pc:docMk/>
          <pc:sldMk cId="2645645937" sldId="288"/>
        </pc:sldMkLst>
        <pc:spChg chg="mod">
          <ac:chgData name="Engelmann, Alicia (GIUB)" userId="9425f7f6-1b5a-45ca-a7dc-6c7497866fb3" providerId="ADAL" clId="{C83A59F8-AE7A-40D0-A067-26E96507FED2}" dt="2026-03-03T08:44:29.552" v="599" actId="404"/>
          <ac:spMkLst>
            <pc:docMk/>
            <pc:sldMk cId="2645645937" sldId="288"/>
            <ac:spMk id="2" creationId="{DE5734EE-ED83-0709-0E1C-0DFB2D9ACCB4}"/>
          </ac:spMkLst>
        </pc:spChg>
        <pc:spChg chg="add mod">
          <ac:chgData name="Engelmann, Alicia (GIUB)" userId="9425f7f6-1b5a-45ca-a7dc-6c7497866fb3" providerId="ADAL" clId="{C83A59F8-AE7A-40D0-A067-26E96507FED2}" dt="2026-03-03T08:46:52.161" v="627" actId="20577"/>
          <ac:spMkLst>
            <pc:docMk/>
            <pc:sldMk cId="2645645937" sldId="288"/>
            <ac:spMk id="4" creationId="{D5FD835C-1793-EEDF-D4B9-3AC9B55058F5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44:40.547" v="615" actId="5793"/>
        <pc:sldMkLst>
          <pc:docMk/>
          <pc:sldMk cId="1634613141" sldId="289"/>
        </pc:sldMkLst>
        <pc:spChg chg="mod">
          <ac:chgData name="Engelmann, Alicia (GIUB)" userId="9425f7f6-1b5a-45ca-a7dc-6c7497866fb3" providerId="ADAL" clId="{C83A59F8-AE7A-40D0-A067-26E96507FED2}" dt="2026-03-03T08:44:40.547" v="615" actId="5793"/>
          <ac:spMkLst>
            <pc:docMk/>
            <pc:sldMk cId="1634613141" sldId="289"/>
            <ac:spMk id="2" creationId="{AE12EC5C-50E4-5204-6825-0A78105341CD}"/>
          </ac:spMkLst>
        </pc:spChg>
      </pc:sldChg>
      <pc:sldChg chg="modSp add mod">
        <pc:chgData name="Engelmann, Alicia (GIUB)" userId="9425f7f6-1b5a-45ca-a7dc-6c7497866fb3" providerId="ADAL" clId="{C83A59F8-AE7A-40D0-A067-26E96507FED2}" dt="2026-03-03T08:49:28.098" v="676" actId="404"/>
        <pc:sldMkLst>
          <pc:docMk/>
          <pc:sldMk cId="2510835916" sldId="290"/>
        </pc:sldMkLst>
        <pc:spChg chg="mod">
          <ac:chgData name="Engelmann, Alicia (GIUB)" userId="9425f7f6-1b5a-45ca-a7dc-6c7497866fb3" providerId="ADAL" clId="{C83A59F8-AE7A-40D0-A067-26E96507FED2}" dt="2026-03-03T08:49:28.098" v="676" actId="404"/>
          <ac:spMkLst>
            <pc:docMk/>
            <pc:sldMk cId="2510835916" sldId="290"/>
            <ac:spMk id="2" creationId="{A8E454B6-C7CA-D2AD-AB6E-E53BD6E584E2}"/>
          </ac:spMkLst>
        </pc:spChg>
        <pc:spChg chg="mod">
          <ac:chgData name="Engelmann, Alicia (GIUB)" userId="9425f7f6-1b5a-45ca-a7dc-6c7497866fb3" providerId="ADAL" clId="{C83A59F8-AE7A-40D0-A067-26E96507FED2}" dt="2026-03-03T08:48:45.203" v="675" actId="404"/>
          <ac:spMkLst>
            <pc:docMk/>
            <pc:sldMk cId="2510835916" sldId="290"/>
            <ac:spMk id="3" creationId="{0369431C-0278-BB5E-E34E-C7D925916B40}"/>
          </ac:spMkLst>
        </pc:spChg>
      </pc:sldChg>
      <pc:sldChg chg="modSp add mod ord">
        <pc:chgData name="Engelmann, Alicia (GIUB)" userId="9425f7f6-1b5a-45ca-a7dc-6c7497866fb3" providerId="ADAL" clId="{C83A59F8-AE7A-40D0-A067-26E96507FED2}" dt="2026-03-03T09:01:54.562" v="925" actId="14100"/>
        <pc:sldMkLst>
          <pc:docMk/>
          <pc:sldMk cId="342838007" sldId="291"/>
        </pc:sldMkLst>
        <pc:spChg chg="mod">
          <ac:chgData name="Engelmann, Alicia (GIUB)" userId="9425f7f6-1b5a-45ca-a7dc-6c7497866fb3" providerId="ADAL" clId="{C83A59F8-AE7A-40D0-A067-26E96507FED2}" dt="2026-03-03T09:01:54.562" v="925" actId="14100"/>
          <ac:spMkLst>
            <pc:docMk/>
            <pc:sldMk cId="342838007" sldId="291"/>
            <ac:spMk id="2" creationId="{E7D4D26F-34B9-23A2-BBD0-7482648327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D5718-26D1-4CB0-918E-02F534FF099C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C0355-FEFE-4A7B-B68C-79950B3BC4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2149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https://www.simplifiedsciencepublishing.com/resources/how-to-make-good-figures-for-scientific-papers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C0355-FEFE-4A7B-B68C-79950B3BC4BA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25942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https://betterfigures.org/2013/03/11/how-to-strip-meaning-from-graphs/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C0355-FEFE-4A7B-B68C-79950B3BC4BA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19739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https://betterfigures.org/2012/11/28/too-much-information/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89223-0C12-4F9E-8DE5-6D79A87162C3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47473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https://betterfigures.org/2012/11/28/too-much-information/</a:t>
            </a:r>
            <a:endParaRPr lang="en-CH" dirty="0"/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C0355-FEFE-4A7B-B68C-79950B3BC4BA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13363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https://betterfigures.org/2012/11/28/too-much-information/</a:t>
            </a:r>
            <a:endParaRPr lang="en-CH" dirty="0"/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C0355-FEFE-4A7B-B68C-79950B3BC4BA}" type="slidenum">
              <a:rPr lang="en-CH" smtClean="0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9603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https://betterfigures.org/2012/11/28/too-much-information/</a:t>
            </a:r>
            <a:endParaRPr lang="en-CH" dirty="0"/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C0355-FEFE-4A7B-B68C-79950B3BC4BA}" type="slidenum">
              <a:rPr lang="en-CH" smtClean="0"/>
              <a:t>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77692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https://betterfigures.org/2012/11/28/too-much-information/</a:t>
            </a:r>
            <a:endParaRPr lang="en-CH" dirty="0"/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C0355-FEFE-4A7B-B68C-79950B3BC4BA}" type="slidenum">
              <a:rPr lang="en-CH" smtClean="0"/>
              <a:t>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95066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1CC4E-0070-2F45-543E-382D61DF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5857B-7C29-1730-C5E1-F06476C39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BC7FA-B76E-C702-2223-79067ACB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https://www.simplifiedsciencepublishing.com/resources/how-to-make-good-figures-for-scientific-papers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25C7E-60A6-B2D0-3562-8ED3B6316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C0355-FEFE-4A7B-B68C-79950B3BC4BA}" type="slidenum">
              <a:rPr lang="en-CH" smtClean="0"/>
              <a:t>10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2356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https://www.nature.com/articles/s41467-020-19160-7</a:t>
            </a:r>
          </a:p>
          <a:p>
            <a:r>
              <a:rPr lang="de-DE" dirty="0"/>
              <a:t>https://www.simplifiedsciencepublishing.com/resources/best-color-palettes-for-scientific-figures-and-data-visualizations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C0355-FEFE-4A7B-B68C-79950B3BC4BA}" type="slidenum">
              <a:rPr lang="en-CH" smtClean="0"/>
              <a:t>19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28953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6B89-DFDB-3261-D46A-70B6CFA4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0FE6C-DF86-5AB5-D21F-D695C0158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88A17-5844-7A62-0889-C0597585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11C57-00FD-96A4-2F16-51A76CFF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F9EDD-58FA-5EC3-A383-A80D5512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6544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D883-A773-8509-28C7-9A02B0EE3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40ADE-844C-D565-1974-562DAD803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01E63-6D72-69AD-8C44-B21BB7BD0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502A6-FF9C-A15C-5F59-614C10D3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EC084-3AB8-E38D-8F56-A3EFDDE2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0107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251C-0058-A421-E384-DA882919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42548-615E-0FC0-180D-22B0AFBD7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358F8-B7E5-2242-A9DC-E15825E5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9EE00-F490-BF8D-4392-75AC5C0F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F0B5C-3AF5-843B-88D4-5FF303A2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7788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A0AB-0900-02B6-9838-A052A923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484AF-4B5D-5556-9496-6D3576B68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29AFF-C427-8201-D84B-F1FA654F8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B799B-7A56-7104-9FC6-853A8074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F6864-C7A7-B395-BE55-87C34B6F5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C3F30-DDCC-4A7B-DA0E-61E36F83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1683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763C-4418-32FA-90A9-7B9B1A8A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40BC6-5B7A-54CF-B419-1D133973D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FED2E-01F9-A919-B938-B35F4EB8A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FB47D-E64A-11FC-43C8-BD8A3560E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89B0D8-359B-7ACE-3915-B2FEF44BA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D30A93-AEE6-9AC5-D46D-F075F965E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AECF4-3DE0-0E99-C174-22B84317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DEA4F8-41A2-E9C5-C8BE-E4A4F5C5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88717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19176-34BE-77DF-17C8-422C0FF35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C761B-4DCB-B596-AA9E-5AB020F76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C3F8A-9AAB-6E1E-A4E0-6C3436DF2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2EBFD-65A8-3B40-F7C2-E50B7C8C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35540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577361-152D-A3F0-72D1-817859088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BE4FFA-40F3-CA14-9701-E9BD91769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235B1-1FAF-53C3-DA8B-72EB3AF3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5452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CF7E-9E9B-33A4-6234-34BA94775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821FD-51B9-61E9-DD28-E54C1C11A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1E228-0BFB-F3DC-CD5B-8FCDD63A3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8D57D-E0D2-3E07-5B67-B6882C25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9AEE7-EAC0-BE6B-80B1-E4B89EDC3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2F6A0-CDF3-39EB-0918-3F58B2BA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7901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3961-0157-86E3-D69E-25D632B5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16E020-732F-322A-7E44-C91303346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3790E-B236-F18C-05F3-FE68DC599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EACD2-EF1F-5AA1-6F2B-B36ADAB6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FA6E0-42B5-F07A-95F5-6E2F019B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A973F-1304-0328-DCB8-011514C5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7079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34B9-FFFF-97F3-B300-6C44767EE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D2F0D-C602-8775-9A6C-111BD9A3C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0BD56-921A-D4A8-FAB6-A7A43866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A0A66-ACBB-1A30-C70E-BE6FB0C1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EC87F-3762-FAD3-ECF2-94FEEB44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57075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A67AA-F547-FD36-E82E-624F3AAD37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185F7-AF71-6A19-968B-78899EACC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EF609-9A51-FCA9-E79B-9F667FC7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1C6F3-DE98-6B47-59B8-53AACE25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55165-1B2C-C852-9B13-38AE3CF2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4764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5D0FD-E4D6-A405-4F96-3FDE795A0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0F419-B214-C516-0A91-646021273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410BE-0E0F-FD1C-300F-98863BBE0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2B295-AF52-419E-8D8C-5DBFD52CE48F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E3DD-4E75-8C82-0ED0-82F9DDB69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047CC-2877-F14A-B91F-E6BC4BB33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F2CDD-202E-4CBB-83C9-AA0DD3A43CD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2965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pcc.ch/site/assets/uploads/2022/09/IPCC_AR6_WGI_VisualStyleGuide_2022.pdf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avidmathlogic.com/colorblind/#%23648FFF-%23785EF0-%23DC267F-%23FE6100-%23FFB000" TargetMode="External"/><Relationship Id="rId7" Type="http://schemas.openxmlformats.org/officeDocument/2006/relationships/hyperlink" Target="https://pmc.ncbi.nlm.nih.gov/articles/PMC6151470/" TargetMode="External"/><Relationship Id="rId2" Type="http://schemas.openxmlformats.org/officeDocument/2006/relationships/hyperlink" Target="https://colorbrewer2.org/#type=sequential&amp;scheme=BuGn&amp;n=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implifiedsciencepublishing.com/resources/how-to-make-good-figures-for-scientific-papers" TargetMode="External"/><Relationship Id="rId5" Type="http://schemas.openxmlformats.org/officeDocument/2006/relationships/hyperlink" Target="https://b.nanes.org/figures/" TargetMode="External"/><Relationship Id="rId4" Type="http://schemas.openxmlformats.org/officeDocument/2006/relationships/hyperlink" Target="https://earthobservatory.nasa.gov/blogs/elegantfigures/2013/08/05/subtleties-of-color-part-1-of-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D5F2-EB3E-AAC7-3014-91C83C4D2A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Plots and </a:t>
            </a:r>
            <a:r>
              <a:rPr lang="en-US" dirty="0" err="1"/>
              <a:t>Colorbars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9561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B13CE-0D4C-6BDA-E0A7-178A4491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plot?</a:t>
            </a:r>
            <a:endParaRPr lang="en-CH" dirty="0"/>
          </a:p>
        </p:txBody>
      </p:sp>
      <p:pic>
        <p:nvPicPr>
          <p:cNvPr id="4" name="Picture 2" descr="Four rules to create effective graphs and figures">
            <a:extLst>
              <a:ext uri="{FF2B5EF4-FFF2-40B4-BE49-F238E27FC236}">
                <a16:creationId xmlns:a16="http://schemas.microsoft.com/office/drawing/2014/main" id="{CB20B967-FEC9-A786-37FA-17FA904F4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367" y="1833790"/>
            <a:ext cx="7619750" cy="345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6887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86BA-3079-6C6E-5800-B064119E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3B9741-B9A9-1D73-A4A6-72505FCCEC70}"/>
              </a:ext>
            </a:extLst>
          </p:cNvPr>
          <p:cNvSpPr txBox="1"/>
          <p:nvPr/>
        </p:nvSpPr>
        <p:spPr>
          <a:xfrm>
            <a:off x="238125" y="6375202"/>
            <a:ext cx="4733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Christopher Booker @ The Telegraph</a:t>
            </a:r>
            <a:endParaRPr lang="en-CH" sz="14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F9AE0-12E7-8402-2093-8CEC9B999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0" y="1606550"/>
            <a:ext cx="5842000" cy="36449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03B9032-7E35-B7B5-CBE2-369900B8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Some examples</a:t>
            </a:r>
            <a:endParaRPr lang="en-CH" sz="3600" dirty="0"/>
          </a:p>
        </p:txBody>
      </p:sp>
    </p:spTree>
    <p:extLst>
      <p:ext uri="{BB962C8B-B14F-4D97-AF65-F5344CB8AC3E}">
        <p14:creationId xmlns:p14="http://schemas.microsoft.com/office/powerpoint/2010/main" val="3318848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showing the temperature of the earth&#10;&#10;AI-generated content may be incorrect.">
            <a:extLst>
              <a:ext uri="{FF2B5EF4-FFF2-40B4-BE49-F238E27FC236}">
                <a16:creationId xmlns:a16="http://schemas.microsoft.com/office/drawing/2014/main" id="{5834FCA3-85BC-BCA8-65A2-8CB5B5E65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5000" y="1606550"/>
            <a:ext cx="5842000" cy="36449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46A06C-F24C-6269-B6E4-25A651A613CB}"/>
              </a:ext>
            </a:extLst>
          </p:cNvPr>
          <p:cNvSpPr txBox="1"/>
          <p:nvPr/>
        </p:nvSpPr>
        <p:spPr>
          <a:xfrm>
            <a:off x="238125" y="6375202"/>
            <a:ext cx="4733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Christopher Booker @ The Telegraph</a:t>
            </a:r>
            <a:endParaRPr lang="en-CH" sz="1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B4BE20-CFB2-B96D-E479-C2C24717B626}"/>
              </a:ext>
            </a:extLst>
          </p:cNvPr>
          <p:cNvSpPr txBox="1"/>
          <p:nvPr/>
        </p:nvSpPr>
        <p:spPr>
          <a:xfrm>
            <a:off x="1857375" y="3495675"/>
            <a:ext cx="108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Labels?</a:t>
            </a:r>
            <a:endParaRPr lang="en-CH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CCAECC-B11F-279E-AD61-97022BC01643}"/>
              </a:ext>
            </a:extLst>
          </p:cNvPr>
          <p:cNvCxnSpPr>
            <a:stCxn id="7" idx="3"/>
          </p:cNvCxnSpPr>
          <p:nvPr/>
        </p:nvCxnSpPr>
        <p:spPr>
          <a:xfrm>
            <a:off x="2943225" y="3680341"/>
            <a:ext cx="1447800" cy="15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DC1FF1-4453-F6EB-C4F6-ED93ABC18D7A}"/>
              </a:ext>
            </a:extLst>
          </p:cNvPr>
          <p:cNvSpPr txBox="1"/>
          <p:nvPr/>
        </p:nvSpPr>
        <p:spPr>
          <a:xfrm>
            <a:off x="8562974" y="5591175"/>
            <a:ext cx="269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What’s that doing here?</a:t>
            </a:r>
            <a:endParaRPr lang="en-CH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759DEE-5D74-9F90-F704-B2DC9EC20E83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7639050" y="4895850"/>
            <a:ext cx="923924" cy="879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2733E25-4F25-DB68-8F2D-F503A41E83BB}"/>
              </a:ext>
            </a:extLst>
          </p:cNvPr>
          <p:cNvSpPr txBox="1"/>
          <p:nvPr/>
        </p:nvSpPr>
        <p:spPr>
          <a:xfrm>
            <a:off x="847725" y="1904782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Sensible y-axis scale?</a:t>
            </a:r>
            <a:endParaRPr lang="en-CH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3B31E62-D3D2-81AD-0081-5D1837350A80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324225" y="2089448"/>
            <a:ext cx="1066800" cy="501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2B1FC9C-72B7-0E1A-EB07-5B045D42B49D}"/>
              </a:ext>
            </a:extLst>
          </p:cNvPr>
          <p:cNvSpPr txBox="1"/>
          <p:nvPr/>
        </p:nvSpPr>
        <p:spPr>
          <a:xfrm>
            <a:off x="9248775" y="2600107"/>
            <a:ext cx="2695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Information Content vs. Figure space?</a:t>
            </a:r>
            <a:endParaRPr lang="en-CH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D4B702-B66A-D32F-DB61-93A6543CDD90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7800977" y="2718872"/>
            <a:ext cx="1447798" cy="204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8535E3E-2B04-FE75-B29D-A40D9534F9B5}"/>
              </a:ext>
            </a:extLst>
          </p:cNvPr>
          <p:cNvSpPr txBox="1"/>
          <p:nvPr/>
        </p:nvSpPr>
        <p:spPr>
          <a:xfrm>
            <a:off x="3629027" y="5581650"/>
            <a:ext cx="3914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a short-term temperature record graph really useful?</a:t>
            </a:r>
            <a:endParaRPr lang="en-CH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BBECAE19-9E6F-4A22-F813-5E37158C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Meaningful Figure?</a:t>
            </a:r>
            <a:endParaRPr lang="en-CH" sz="3600" dirty="0"/>
          </a:p>
        </p:txBody>
      </p:sp>
    </p:spTree>
    <p:extLst>
      <p:ext uri="{BB962C8B-B14F-4D97-AF65-F5344CB8AC3E}">
        <p14:creationId xmlns:p14="http://schemas.microsoft.com/office/powerpoint/2010/main" val="2452911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6455-ED37-2B74-B620-ADFFC5A4F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Lovejoy et al. Figure 1</a:t>
            </a:r>
            <a:endParaRPr lang="en-CH" sz="3600" dirty="0"/>
          </a:p>
        </p:txBody>
      </p:sp>
      <p:pic>
        <p:nvPicPr>
          <p:cNvPr id="10" name="Content Placeholder 9" descr="A graph of a graph showing the number of data&#10;&#10;AI-generated content may be incorrect.">
            <a:extLst>
              <a:ext uri="{FF2B5EF4-FFF2-40B4-BE49-F238E27FC236}">
                <a16:creationId xmlns:a16="http://schemas.microsoft.com/office/drawing/2014/main" id="{D6B5A6EF-AB06-CC90-3B4E-F6DCF2EDC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88185" y="2014538"/>
            <a:ext cx="5615630" cy="4351338"/>
          </a:xfrm>
        </p:spPr>
      </p:pic>
    </p:spTree>
    <p:extLst>
      <p:ext uri="{BB962C8B-B14F-4D97-AF65-F5344CB8AC3E}">
        <p14:creationId xmlns:p14="http://schemas.microsoft.com/office/powerpoint/2010/main" val="294592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70403-6211-18CC-A5B8-1DF9883D1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B0208-D00A-C2C2-B5C6-0BA921DA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Lovejoy et al. Figure 2</a:t>
            </a:r>
            <a:endParaRPr lang="en-CH" sz="3600" dirty="0"/>
          </a:p>
        </p:txBody>
      </p:sp>
      <p:pic>
        <p:nvPicPr>
          <p:cNvPr id="8" name="Content Placeholder 7" descr="A graph of a temperature&#10;&#10;AI-generated content may be incorrect.">
            <a:extLst>
              <a:ext uri="{FF2B5EF4-FFF2-40B4-BE49-F238E27FC236}">
                <a16:creationId xmlns:a16="http://schemas.microsoft.com/office/drawing/2014/main" id="{1169664E-CCBE-53C6-DB85-01D924783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42393" y="1825625"/>
            <a:ext cx="6707214" cy="4351338"/>
          </a:xfrm>
        </p:spPr>
      </p:pic>
    </p:spTree>
    <p:extLst>
      <p:ext uri="{BB962C8B-B14F-4D97-AF65-F5344CB8AC3E}">
        <p14:creationId xmlns:p14="http://schemas.microsoft.com/office/powerpoint/2010/main" val="3849838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73864-72F1-4724-B6D0-9FA64C79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000A3-F3C8-AEC8-7CB9-2898077A4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Lovejoy et al. Figure 2</a:t>
            </a:r>
            <a:endParaRPr lang="en-CH" sz="3600" dirty="0"/>
          </a:p>
        </p:txBody>
      </p:sp>
      <p:pic>
        <p:nvPicPr>
          <p:cNvPr id="8" name="Content Placeholder 7" descr="A graph of a temperature&#10;&#10;AI-generated content may be incorrect.">
            <a:extLst>
              <a:ext uri="{FF2B5EF4-FFF2-40B4-BE49-F238E27FC236}">
                <a16:creationId xmlns:a16="http://schemas.microsoft.com/office/drawing/2014/main" id="{E8361628-F7E9-438B-12D9-BD5684BC3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42393" y="1825625"/>
            <a:ext cx="670721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0D099-9461-2F9F-0CB1-3CA8872B4603}"/>
              </a:ext>
            </a:extLst>
          </p:cNvPr>
          <p:cNvSpPr txBox="1"/>
          <p:nvPr/>
        </p:nvSpPr>
        <p:spPr>
          <a:xfrm>
            <a:off x="7305674" y="1690688"/>
            <a:ext cx="3781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Still pretty good. Trendlines may be a bit too “leading to the eye”.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43706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AA20-64B7-8C58-E090-C5E1DAD8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01E0B-B2CC-0152-9376-A6326864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Lovejoy et al. Figure 4</a:t>
            </a:r>
            <a:endParaRPr lang="en-CH" sz="3600" dirty="0"/>
          </a:p>
        </p:txBody>
      </p:sp>
      <p:pic>
        <p:nvPicPr>
          <p:cNvPr id="7" name="Content Placeholder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C937470-9B19-BEE9-4F43-616CF664C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9641" y="1825625"/>
            <a:ext cx="5772717" cy="4351338"/>
          </a:xfrm>
        </p:spPr>
      </p:pic>
    </p:spTree>
    <p:extLst>
      <p:ext uri="{BB962C8B-B14F-4D97-AF65-F5344CB8AC3E}">
        <p14:creationId xmlns:p14="http://schemas.microsoft.com/office/powerpoint/2010/main" val="2669209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2D3F-43CF-0E62-AAA5-20D1B68C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91B6-5DFC-407D-7302-0194E7CB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Lovejoy et al. Figure 4: information content?</a:t>
            </a:r>
            <a:endParaRPr lang="en-CH" sz="3600" dirty="0"/>
          </a:p>
        </p:txBody>
      </p:sp>
      <p:pic>
        <p:nvPicPr>
          <p:cNvPr id="7" name="Content Placeholder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10EA64F-B0BD-791A-2677-FD86D121F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9641" y="1825625"/>
            <a:ext cx="5772717" cy="435133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DFAF37-C8C3-0E25-1BF9-E1B8EDA23788}"/>
              </a:ext>
            </a:extLst>
          </p:cNvPr>
          <p:cNvSpPr txBox="1"/>
          <p:nvPr/>
        </p:nvSpPr>
        <p:spPr>
          <a:xfrm>
            <a:off x="533399" y="3244334"/>
            <a:ext cx="98393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 much Information!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Preprint (doi:10.5194/esdd-3-1259-2012) Final version is improved!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74056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1146-AD28-B89F-AA78-A6F4D17C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94B1-FA66-80A5-4671-F7BE74118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plot?</a:t>
            </a:r>
            <a:endParaRPr lang="en-CH" dirty="0"/>
          </a:p>
        </p:txBody>
      </p:sp>
      <p:pic>
        <p:nvPicPr>
          <p:cNvPr id="1026" name="Picture 2" descr="Four rules to create effective graphs and figures">
            <a:extLst>
              <a:ext uri="{FF2B5EF4-FFF2-40B4-BE49-F238E27FC236}">
                <a16:creationId xmlns:a16="http://schemas.microsoft.com/office/drawing/2014/main" id="{C85069A1-D7CC-1FC0-4289-61D4A807B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367" y="1833790"/>
            <a:ext cx="7619750" cy="345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02812E-9A79-FA22-1E55-1AC56B1F7130}"/>
              </a:ext>
            </a:extLst>
          </p:cNvPr>
          <p:cNvSpPr/>
          <p:nvPr/>
        </p:nvSpPr>
        <p:spPr>
          <a:xfrm>
            <a:off x="2269670" y="3959679"/>
            <a:ext cx="2139045" cy="147388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A1F5F-61E6-0D17-BDA8-F9F0DBA5184E}"/>
              </a:ext>
            </a:extLst>
          </p:cNvPr>
          <p:cNvSpPr txBox="1"/>
          <p:nvPr/>
        </p:nvSpPr>
        <p:spPr>
          <a:xfrm>
            <a:off x="364672" y="5690507"/>
            <a:ext cx="5228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Well chosen colors enhance the understanding of the plot. If poorly chosen it is distracting instead.</a:t>
            </a:r>
            <a:endParaRPr lang="en-CH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596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46DA2516-911E-BCA8-1028-B6CDC714D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388" y="181254"/>
            <a:ext cx="8277224" cy="6676746"/>
          </a:xfrm>
        </p:spPr>
      </p:pic>
    </p:spTree>
    <p:extLst>
      <p:ext uri="{BB962C8B-B14F-4D97-AF65-F5344CB8AC3E}">
        <p14:creationId xmlns:p14="http://schemas.microsoft.com/office/powerpoint/2010/main" val="3224691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207A-A539-101D-CB42-D7F381016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BEF57D42-0047-4E71-A5DD-AC34F6E3B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388" y="181254"/>
            <a:ext cx="8277224" cy="6676746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29769A1-25AA-6588-9669-393814EFA2B2}"/>
              </a:ext>
            </a:extLst>
          </p:cNvPr>
          <p:cNvSpPr/>
          <p:nvPr/>
        </p:nvSpPr>
        <p:spPr>
          <a:xfrm rot="419474">
            <a:off x="5500686" y="1096759"/>
            <a:ext cx="1400175" cy="44005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944495-E23A-D23D-D85A-41798B857253}"/>
              </a:ext>
            </a:extLst>
          </p:cNvPr>
          <p:cNvSpPr txBox="1">
            <a:spLocks/>
          </p:cNvSpPr>
          <p:nvPr/>
        </p:nvSpPr>
        <p:spPr>
          <a:xfrm>
            <a:off x="688521" y="570448"/>
            <a:ext cx="21608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/>
              <a:t>Colorbar</a:t>
            </a:r>
            <a:r>
              <a:rPr lang="en-US" sz="3600" dirty="0"/>
              <a:t> choice?</a:t>
            </a:r>
            <a:endParaRPr lang="en-CH" sz="3600" dirty="0"/>
          </a:p>
        </p:txBody>
      </p:sp>
    </p:spTree>
    <p:extLst>
      <p:ext uri="{BB962C8B-B14F-4D97-AF65-F5344CB8AC3E}">
        <p14:creationId xmlns:p14="http://schemas.microsoft.com/office/powerpoint/2010/main" val="676521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4D26F-34B9-23A2-BBD0-748264832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1159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Projection</a:t>
            </a:r>
            <a:endParaRPr lang="en-CH" sz="3600" dirty="0"/>
          </a:p>
        </p:txBody>
      </p:sp>
      <p:pic>
        <p:nvPicPr>
          <p:cNvPr id="5" name="Content Placeholder 4" descr="A map of the world&#10;&#10;AI-generated content may be incorrect.">
            <a:extLst>
              <a:ext uri="{FF2B5EF4-FFF2-40B4-BE49-F238E27FC236}">
                <a16:creationId xmlns:a16="http://schemas.microsoft.com/office/drawing/2014/main" id="{D68C8B6D-91E7-3BE4-C5FE-80C5B9073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523" y="2085975"/>
            <a:ext cx="5446392" cy="3965576"/>
          </a:xfrm>
        </p:spPr>
      </p:pic>
      <p:pic>
        <p:nvPicPr>
          <p:cNvPr id="7" name="Picture 6" descr="A map of the world&#10;&#10;AI-generated content may be incorrect.">
            <a:extLst>
              <a:ext uri="{FF2B5EF4-FFF2-40B4-BE49-F238E27FC236}">
                <a16:creationId xmlns:a16="http://schemas.microsoft.com/office/drawing/2014/main" id="{CF9E076A-31B0-18C6-FE1E-0B7B343C3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915" y="2537619"/>
            <a:ext cx="6035911" cy="306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8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AAE00-F49D-179D-8342-E71BF8F0A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Avoid to use too many levels!</a:t>
            </a:r>
          </a:p>
        </p:txBody>
      </p:sp>
      <p:pic>
        <p:nvPicPr>
          <p:cNvPr id="5" name="Content Placeholder 4" descr="A map of europe with green and yellow colors&#10;&#10;AI-generated content may be incorrect.">
            <a:extLst>
              <a:ext uri="{FF2B5EF4-FFF2-40B4-BE49-F238E27FC236}">
                <a16:creationId xmlns:a16="http://schemas.microsoft.com/office/drawing/2014/main" id="{B3764279-C0F8-A5E4-46E3-FB8874CFC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5164" y="1650989"/>
            <a:ext cx="9081672" cy="4841886"/>
          </a:xfrm>
        </p:spPr>
      </p:pic>
    </p:spTree>
    <p:extLst>
      <p:ext uri="{BB962C8B-B14F-4D97-AF65-F5344CB8AC3E}">
        <p14:creationId xmlns:p14="http://schemas.microsoft.com/office/powerpoint/2010/main" val="1575936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7BBA-33C3-FB6D-A64A-D2CE1710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97BC3F-C1FD-CEDD-A7CA-B7D44AD9A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55164" y="1650989"/>
            <a:ext cx="9081672" cy="484188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0080F5-EBAA-9C54-7FA0-81F15E702E77}"/>
              </a:ext>
            </a:extLst>
          </p:cNvPr>
          <p:cNvSpPr txBox="1"/>
          <p:nvPr/>
        </p:nvSpPr>
        <p:spPr>
          <a:xfrm>
            <a:off x="2985408" y="605782"/>
            <a:ext cx="5747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Less levels are better! But …</a:t>
            </a:r>
            <a:endParaRPr lang="en-CH" sz="3600" dirty="0"/>
          </a:p>
        </p:txBody>
      </p:sp>
    </p:spTree>
    <p:extLst>
      <p:ext uri="{BB962C8B-B14F-4D97-AF65-F5344CB8AC3E}">
        <p14:creationId xmlns:p14="http://schemas.microsoft.com/office/powerpoint/2010/main" val="107257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37B3-DB05-AB6D-1195-8E8F54A9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79CD16-9559-1836-0283-B8B13B623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55164" y="1650989"/>
            <a:ext cx="9081672" cy="484188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70A73D-8EB1-8159-4361-B57691817EBA}"/>
              </a:ext>
            </a:extLst>
          </p:cNvPr>
          <p:cNvSpPr txBox="1"/>
          <p:nvPr/>
        </p:nvSpPr>
        <p:spPr>
          <a:xfrm>
            <a:off x="662668" y="797152"/>
            <a:ext cx="10866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… don’t use </a:t>
            </a:r>
            <a:r>
              <a:rPr lang="en-US" sz="3600" i="1" dirty="0"/>
              <a:t>symmetric</a:t>
            </a:r>
            <a:r>
              <a:rPr lang="en-US" sz="3600" dirty="0"/>
              <a:t> colors for </a:t>
            </a:r>
            <a:r>
              <a:rPr lang="en-US" sz="3600" i="1" dirty="0"/>
              <a:t>non-symmetric</a:t>
            </a:r>
            <a:r>
              <a:rPr lang="en-US" sz="3600" dirty="0"/>
              <a:t> data</a:t>
            </a:r>
            <a:endParaRPr lang="en-CH" sz="3600" dirty="0"/>
          </a:p>
        </p:txBody>
      </p:sp>
    </p:spTree>
    <p:extLst>
      <p:ext uri="{BB962C8B-B14F-4D97-AF65-F5344CB8AC3E}">
        <p14:creationId xmlns:p14="http://schemas.microsoft.com/office/powerpoint/2010/main" val="3242891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D1B70-B7C1-6E8E-BBD9-0E45BFDB5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9A6AD-FF69-F847-40D2-B5C362015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55164" y="1650989"/>
            <a:ext cx="9081672" cy="484188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1B394D-92D5-D3C9-57D8-77D05BEAFBD3}"/>
              </a:ext>
            </a:extLst>
          </p:cNvPr>
          <p:cNvSpPr txBox="1"/>
          <p:nvPr/>
        </p:nvSpPr>
        <p:spPr>
          <a:xfrm>
            <a:off x="873578" y="450660"/>
            <a:ext cx="104448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Same here:  don’t use </a:t>
            </a:r>
            <a:r>
              <a:rPr lang="en-US" sz="3600" i="1" dirty="0"/>
              <a:t>non-symmetric</a:t>
            </a:r>
            <a:r>
              <a:rPr lang="en-US" sz="3600" dirty="0"/>
              <a:t> colors for </a:t>
            </a:r>
            <a:r>
              <a:rPr lang="en-US" sz="3600" i="1" dirty="0"/>
              <a:t>symmetric</a:t>
            </a:r>
            <a:r>
              <a:rPr lang="en-US" sz="3600" dirty="0"/>
              <a:t> data</a:t>
            </a:r>
            <a:endParaRPr lang="en-CH" sz="3600" dirty="0"/>
          </a:p>
        </p:txBody>
      </p:sp>
    </p:spTree>
    <p:extLst>
      <p:ext uri="{BB962C8B-B14F-4D97-AF65-F5344CB8AC3E}">
        <p14:creationId xmlns:p14="http://schemas.microsoft.com/office/powerpoint/2010/main" val="3013114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D053-08BB-AC58-6F29-5CFF7E055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DCE756-5987-178E-2E4A-C53970B29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55164" y="1650989"/>
            <a:ext cx="9081672" cy="484188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F9C0CD-5034-02F3-7392-E762B030F506}"/>
              </a:ext>
            </a:extLst>
          </p:cNvPr>
          <p:cNvSpPr txBox="1"/>
          <p:nvPr/>
        </p:nvSpPr>
        <p:spPr>
          <a:xfrm>
            <a:off x="955222" y="365125"/>
            <a:ext cx="8254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Instead, it should look like this: </a:t>
            </a:r>
          </a:p>
          <a:p>
            <a:r>
              <a:rPr lang="en-US" sz="3600" dirty="0"/>
              <a:t>symmetric data + symmetric </a:t>
            </a:r>
            <a:r>
              <a:rPr lang="en-US" sz="3600" dirty="0" err="1"/>
              <a:t>colorbar</a:t>
            </a:r>
            <a:r>
              <a:rPr lang="en-US" sz="3600" dirty="0"/>
              <a:t> </a:t>
            </a:r>
            <a:endParaRPr lang="en-CH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C5BC7E-DB77-597A-C9D8-65C2DE9775FB}"/>
              </a:ext>
            </a:extLst>
          </p:cNvPr>
          <p:cNvSpPr txBox="1"/>
          <p:nvPr/>
        </p:nvSpPr>
        <p:spPr>
          <a:xfrm>
            <a:off x="9209316" y="322036"/>
            <a:ext cx="2982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Positive values: green</a:t>
            </a:r>
          </a:p>
          <a:p>
            <a:r>
              <a:rPr lang="en-US" dirty="0"/>
              <a:t>Negative values: blue</a:t>
            </a:r>
          </a:p>
          <a:p>
            <a:r>
              <a:rPr lang="en-US" dirty="0">
                <a:sym typeface="Wingdings" panose="05000000000000000000" pitchFamily="2" charset="2"/>
              </a:rPr>
              <a:t> Easy to detect and to understand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078265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06C0-E04E-CD92-4332-1878000F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the </a:t>
            </a:r>
            <a:r>
              <a:rPr lang="en-US" dirty="0" err="1"/>
              <a:t>colorbar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5668E-2D3F-C1B6-E269-45E5B3BC7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2518"/>
          </a:xfrm>
        </p:spPr>
        <p:txBody>
          <a:bodyPr/>
          <a:lstStyle/>
          <a:p>
            <a:r>
              <a:rPr lang="en-US" dirty="0"/>
              <a:t>Worldwide 8% of man and 0.5% of women experience Color Vision Deficiencies (CVD) </a:t>
            </a:r>
            <a:r>
              <a:rPr lang="en-US" sz="2000" dirty="0"/>
              <a:t>(</a:t>
            </a:r>
            <a:r>
              <a:rPr lang="en-US" sz="2000" dirty="0" err="1"/>
              <a:t>Crameri</a:t>
            </a:r>
            <a:r>
              <a:rPr lang="en-US" sz="2000" dirty="0"/>
              <a:t> et al. 2020)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Create contrast:</a:t>
            </a:r>
          </a:p>
          <a:p>
            <a:pPr lvl="1"/>
            <a:r>
              <a:rPr lang="en-US" dirty="0"/>
              <a:t>Opposing colors</a:t>
            </a:r>
          </a:p>
          <a:p>
            <a:pPr lvl="1"/>
            <a:r>
              <a:rPr lang="en-US" dirty="0"/>
              <a:t>Color saturation and lightness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sz="2400" dirty="0"/>
              <a:t>More detailed information and </a:t>
            </a:r>
            <a:r>
              <a:rPr lang="en-US" sz="2400"/>
              <a:t>practical examples about </a:t>
            </a:r>
            <a:r>
              <a:rPr lang="en-US" sz="2400" dirty="0"/>
              <a:t>choosing a suiting </a:t>
            </a:r>
            <a:r>
              <a:rPr lang="en-US" sz="2400" dirty="0" err="1"/>
              <a:t>colorbar</a:t>
            </a:r>
            <a:r>
              <a:rPr lang="en-US" sz="2400" dirty="0"/>
              <a:t> can be found in the </a:t>
            </a:r>
            <a:r>
              <a:rPr lang="en-US" sz="2400" dirty="0" err="1"/>
              <a:t>Jupyter</a:t>
            </a:r>
            <a:r>
              <a:rPr lang="en-US" sz="2400" dirty="0"/>
              <a:t> notebook</a:t>
            </a:r>
          </a:p>
          <a:p>
            <a:pPr lvl="1"/>
            <a:endParaRPr lang="en-US" dirty="0"/>
          </a:p>
        </p:txBody>
      </p:sp>
      <p:pic>
        <p:nvPicPr>
          <p:cNvPr id="2052" name="Picture 4" descr="Color wheels for a color blind audience">
            <a:extLst>
              <a:ext uri="{FF2B5EF4-FFF2-40B4-BE49-F238E27FC236}">
                <a16:creationId xmlns:a16="http://schemas.microsoft.com/office/drawing/2014/main" id="{25FF6CF9-6B3A-9709-D334-BBF038665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585" y="2978210"/>
            <a:ext cx="3958097" cy="1964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34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21A6-8C2C-A553-FD1A-7E21BEA7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F302-28A0-C2E9-C963-CEDF09BD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286022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This plot …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CE0620-7A80-C6A4-CC56-1A7BB8F82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55164" y="1650989"/>
            <a:ext cx="9081672" cy="4841886"/>
          </a:xfrm>
        </p:spPr>
      </p:pic>
    </p:spTree>
    <p:extLst>
      <p:ext uri="{BB962C8B-B14F-4D97-AF65-F5344CB8AC3E}">
        <p14:creationId xmlns:p14="http://schemas.microsoft.com/office/powerpoint/2010/main" val="3609394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F1661-B98A-BABF-14A8-3B67C553D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1B59-E3A0-70EB-7A04-882F6B6B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… will look like this for people with protanopia: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61C648-957D-496C-4F40-2FC5004D9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55164" y="1650989"/>
            <a:ext cx="9081672" cy="4841886"/>
          </a:xfrm>
        </p:spPr>
      </p:pic>
    </p:spTree>
    <p:extLst>
      <p:ext uri="{BB962C8B-B14F-4D97-AF65-F5344CB8AC3E}">
        <p14:creationId xmlns:p14="http://schemas.microsoft.com/office/powerpoint/2010/main" val="785736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277F5-6491-ADEB-BE5B-96965EE2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6784-731A-C99C-768B-43136D08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… will look like this for people with deuteranopia: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D887B1-A0AA-ED7D-5F37-1C576B05A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55164" y="1650989"/>
            <a:ext cx="9081672" cy="4841886"/>
          </a:xfrm>
        </p:spPr>
      </p:pic>
    </p:spTree>
    <p:extLst>
      <p:ext uri="{BB962C8B-B14F-4D97-AF65-F5344CB8AC3E}">
        <p14:creationId xmlns:p14="http://schemas.microsoft.com/office/powerpoint/2010/main" val="609755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E424-2F30-C87F-068A-22EE5C89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5C9A6-ADCA-6285-A25E-431723E75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… will look like this for people with tritanopia: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28C7A-9932-8BFA-9660-0F784613AF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55164" y="1650989"/>
            <a:ext cx="9081672" cy="4841886"/>
          </a:xfrm>
        </p:spPr>
      </p:pic>
    </p:spTree>
    <p:extLst>
      <p:ext uri="{BB962C8B-B14F-4D97-AF65-F5344CB8AC3E}">
        <p14:creationId xmlns:p14="http://schemas.microsoft.com/office/powerpoint/2010/main" val="421627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9D8B1-5252-F74F-42DF-EA2A6D8A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0ED-F52E-9068-04C4-6825946F2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Things to avoid: Mixed </a:t>
            </a:r>
            <a:r>
              <a:rPr lang="en-US" sz="3600" dirty="0" err="1"/>
              <a:t>Colorbars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037FCB-99AD-6A70-DEBB-9DDC201B4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06726" y="1835533"/>
            <a:ext cx="8378548" cy="419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18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7C4C6-0F7F-900B-6C80-7A981981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For clarity, when showing many plots at once, use the same </a:t>
            </a:r>
            <a:r>
              <a:rPr lang="en-US" sz="3600" dirty="0" err="1"/>
              <a:t>colorbar</a:t>
            </a:r>
            <a:r>
              <a:rPr lang="en-US" sz="3600" dirty="0"/>
              <a:t> for all!*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2E6FF-E49C-1F7D-B34E-F57D432963D2}"/>
              </a:ext>
            </a:extLst>
          </p:cNvPr>
          <p:cNvSpPr txBox="1"/>
          <p:nvPr/>
        </p:nvSpPr>
        <p:spPr>
          <a:xfrm>
            <a:off x="838200" y="6176963"/>
            <a:ext cx="445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*Exceptions exist, use your best judgement</a:t>
            </a:r>
          </a:p>
        </p:txBody>
      </p:sp>
      <p:pic>
        <p:nvPicPr>
          <p:cNvPr id="6" name="Picture 5" descr="A screenshot of a map&#10;&#10;AI-generated content may be incorrect.">
            <a:extLst>
              <a:ext uri="{FF2B5EF4-FFF2-40B4-BE49-F238E27FC236}">
                <a16:creationId xmlns:a16="http://schemas.microsoft.com/office/drawing/2014/main" id="{53361013-1DDD-9145-DAA6-2F8BECBEA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26" y="1690689"/>
            <a:ext cx="8378548" cy="448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76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7DBE-1D14-9EEE-A4B2-68ACF10F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Checklist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C1B9F-C98C-671C-EFBF-638E87B26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Purpose: </a:t>
            </a:r>
          </a:p>
          <a:p>
            <a:pPr lvl="1"/>
            <a:r>
              <a:rPr lang="en-US" dirty="0"/>
              <a:t>What do I want to show?</a:t>
            </a:r>
          </a:p>
          <a:p>
            <a:pPr lvl="1"/>
            <a:r>
              <a:rPr lang="en-US" dirty="0"/>
              <a:t>Does a figure make sense? If yes what type?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Composition: </a:t>
            </a:r>
          </a:p>
          <a:p>
            <a:pPr lvl="1"/>
            <a:r>
              <a:rPr lang="en-US" dirty="0"/>
              <a:t>What elements do I need on my figure? </a:t>
            </a:r>
          </a:p>
          <a:p>
            <a:pPr lvl="1"/>
            <a:r>
              <a:rPr lang="en-US" dirty="0"/>
              <a:t>How do I arrange them?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Color: </a:t>
            </a:r>
          </a:p>
          <a:p>
            <a:pPr lvl="1"/>
            <a:r>
              <a:rPr lang="en-US" dirty="0"/>
              <a:t>Which colors to use? </a:t>
            </a:r>
          </a:p>
          <a:p>
            <a:pPr lvl="1"/>
            <a:r>
              <a:rPr lang="en-US" dirty="0"/>
              <a:t>Do they convey the correct information?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Clarity: </a:t>
            </a:r>
          </a:p>
          <a:p>
            <a:pPr lvl="1"/>
            <a:r>
              <a:rPr lang="en-US" dirty="0"/>
              <a:t>How easily can my figure be understood?</a:t>
            </a:r>
          </a:p>
          <a:p>
            <a:pPr marL="971550" lvl="1" indent="-514350">
              <a:buAutoNum type="arabicPeriod"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47875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32F80-9145-973F-ADC3-25C6893C5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4"/>
            <a:ext cx="10515600" cy="60737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Readability:</a:t>
            </a:r>
          </a:p>
          <a:p>
            <a:pPr lvl="1"/>
            <a:r>
              <a:rPr lang="en-US" dirty="0"/>
              <a:t>Number of subplots ok?</a:t>
            </a:r>
          </a:p>
          <a:p>
            <a:pPr lvl="1"/>
            <a:r>
              <a:rPr lang="en-US" dirty="0" err="1"/>
              <a:t>Fontsize</a:t>
            </a:r>
            <a:r>
              <a:rPr lang="en-US" dirty="0"/>
              <a:t> ok?</a:t>
            </a:r>
          </a:p>
          <a:p>
            <a:pPr lvl="1"/>
            <a:r>
              <a:rPr lang="en-US" dirty="0"/>
              <a:t>Content density ok?</a:t>
            </a:r>
          </a:p>
          <a:p>
            <a:pPr lvl="1"/>
            <a:r>
              <a:rPr lang="en-US" dirty="0"/>
              <a:t>Axis choice ok? (i.e. should it be logarithmic?)</a:t>
            </a:r>
          </a:p>
          <a:p>
            <a:pPr lvl="1"/>
            <a:r>
              <a:rPr lang="en-US" dirty="0"/>
              <a:t>Projection ok?</a:t>
            </a:r>
          </a:p>
          <a:p>
            <a:r>
              <a:rPr lang="en-US" dirty="0"/>
              <a:t>Colors:</a:t>
            </a:r>
          </a:p>
          <a:p>
            <a:pPr lvl="1"/>
            <a:r>
              <a:rPr lang="en-US" dirty="0"/>
              <a:t>Color choice ok? </a:t>
            </a:r>
          </a:p>
          <a:p>
            <a:pPr lvl="2"/>
            <a:r>
              <a:rPr lang="en-US" dirty="0"/>
              <a:t>Misleading? </a:t>
            </a:r>
          </a:p>
          <a:p>
            <a:pPr lvl="2"/>
            <a:r>
              <a:rPr lang="en-US" dirty="0"/>
              <a:t>Colorblind friendly? Also, think about that in your figure descriptions (“The red line shows…”)</a:t>
            </a:r>
          </a:p>
          <a:p>
            <a:pPr lvl="1"/>
            <a:r>
              <a:rPr lang="en-US" dirty="0" err="1"/>
              <a:t>Colorbar</a:t>
            </a:r>
            <a:r>
              <a:rPr lang="en-US" dirty="0"/>
              <a:t> levels?</a:t>
            </a:r>
          </a:p>
          <a:p>
            <a:r>
              <a:rPr lang="en-US" dirty="0"/>
              <a:t>Style:</a:t>
            </a:r>
          </a:p>
          <a:p>
            <a:pPr lvl="1"/>
            <a:r>
              <a:rPr lang="en-US" dirty="0"/>
              <a:t>Font consistent throughout the figure?</a:t>
            </a:r>
          </a:p>
          <a:p>
            <a:pPr lvl="1"/>
            <a:r>
              <a:rPr lang="en-US" dirty="0"/>
              <a:t>Figures consistent throughout the paper?</a:t>
            </a:r>
          </a:p>
          <a:p>
            <a:pPr lvl="1"/>
            <a:r>
              <a:rPr lang="en-US" dirty="0"/>
              <a:t>Aesthetically pleasing?</a:t>
            </a:r>
          </a:p>
          <a:p>
            <a:pPr lvl="1"/>
            <a:r>
              <a:rPr lang="en-US" dirty="0"/>
              <a:t>Everything aligned?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77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34EE-ED83-0709-0E1C-0DFB2D9A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Choose the right color for what you want to show! In doubt, follow IPCC style 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B485E-D7BA-9F48-19D7-610D1762D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765" y="1690688"/>
            <a:ext cx="9670469" cy="41060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FD835C-1793-EEDF-D4B9-3AC9B55058F5}"/>
              </a:ext>
            </a:extLst>
          </p:cNvPr>
          <p:cNvSpPr txBox="1"/>
          <p:nvPr/>
        </p:nvSpPr>
        <p:spPr>
          <a:xfrm>
            <a:off x="148997" y="6492875"/>
            <a:ext cx="103992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400" dirty="0">
                <a:hlinkClick r:id="rId3"/>
              </a:rPr>
              <a:t>https://www.ipcc.ch/site/assets/uploads/2022/09/IPCC_AR6_WGI_VisualStyleGuide_2022.pdf</a:t>
            </a:r>
            <a:r>
              <a:rPr lang="en-US" sz="1400" dirty="0"/>
              <a:t> </a:t>
            </a:r>
            <a:endParaRPr lang="en-CH" sz="1400" dirty="0"/>
          </a:p>
        </p:txBody>
      </p:sp>
    </p:spTree>
    <p:extLst>
      <p:ext uri="{BB962C8B-B14F-4D97-AF65-F5344CB8AC3E}">
        <p14:creationId xmlns:p14="http://schemas.microsoft.com/office/powerpoint/2010/main" val="2645645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127A-610B-F8AD-CAA3-F1387BA0A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EC5C-50E4-5204-6825-0A7810534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Continued 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9AF9D-404D-0315-89AD-862BCAEE4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54" y="1690688"/>
            <a:ext cx="9571892" cy="416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13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454B6-C7CA-D2AD-AB6E-E53BD6E5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Helpful links</a:t>
            </a:r>
            <a:endParaRPr lang="en-CH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9431C-0278-BB5E-E34E-C7D925916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linkClick r:id="rId2"/>
              </a:rPr>
              <a:t>https://colorbrewer2.org/#type=sequential&amp;scheme=BuGn&amp;n=3</a:t>
            </a:r>
            <a:endParaRPr lang="en-US" sz="2400" dirty="0"/>
          </a:p>
          <a:p>
            <a:r>
              <a:rPr lang="en-US" sz="2400" dirty="0">
                <a:hlinkClick r:id="rId3"/>
              </a:rPr>
              <a:t>https://davidmathlogic.com/colorblind/#%23648FFF-%23785EF0-%23DC267F-%23FE6100-%23FFB000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https://earthobservatory.nasa.gov/blogs/elegantfigures/2013/08/05/subtleties-of-color-part-1-of-6/</a:t>
            </a:r>
            <a:endParaRPr lang="en-US" sz="2400" dirty="0"/>
          </a:p>
          <a:p>
            <a:r>
              <a:rPr lang="en-US" sz="2400" dirty="0">
                <a:hlinkClick r:id="rId5"/>
              </a:rPr>
              <a:t>https://b.nanes.org/figures/</a:t>
            </a:r>
            <a:r>
              <a:rPr lang="en-US" sz="2400" dirty="0"/>
              <a:t> </a:t>
            </a:r>
          </a:p>
          <a:p>
            <a:r>
              <a:rPr lang="en-US" sz="2400" dirty="0">
                <a:hlinkClick r:id="rId6"/>
              </a:rPr>
              <a:t>https://www.simplifiedsciencepublishing.com/resources/how-to-make-good-figures-for-scientific-papers</a:t>
            </a:r>
            <a:r>
              <a:rPr lang="en-US" sz="2400" dirty="0"/>
              <a:t> </a:t>
            </a:r>
          </a:p>
          <a:p>
            <a:r>
              <a:rPr lang="en-US" sz="2400" dirty="0">
                <a:hlinkClick r:id="rId7"/>
              </a:rPr>
              <a:t>https://pmc.ncbi.nlm.nih.gov/articles/PMC6151470/</a:t>
            </a:r>
            <a:r>
              <a:rPr lang="en-US" sz="2400" dirty="0"/>
              <a:t> </a:t>
            </a:r>
            <a:endParaRPr lang="en-CH" sz="2400" dirty="0"/>
          </a:p>
        </p:txBody>
      </p:sp>
    </p:spTree>
    <p:extLst>
      <p:ext uri="{BB962C8B-B14F-4D97-AF65-F5344CB8AC3E}">
        <p14:creationId xmlns:p14="http://schemas.microsoft.com/office/powerpoint/2010/main" val="2510835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717</Words>
  <Application>Microsoft Office PowerPoint</Application>
  <PresentationFormat>Widescreen</PresentationFormat>
  <Paragraphs>115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Wingdings</vt:lpstr>
      <vt:lpstr>Office Theme</vt:lpstr>
      <vt:lpstr>Plots and Colorbars</vt:lpstr>
      <vt:lpstr>What makes a good plot?</vt:lpstr>
      <vt:lpstr>Some examples</vt:lpstr>
      <vt:lpstr>Meaningful Figure?</vt:lpstr>
      <vt:lpstr>Lovejoy et al. Figure 1</vt:lpstr>
      <vt:lpstr>Lovejoy et al. Figure 2</vt:lpstr>
      <vt:lpstr>Lovejoy et al. Figure 2</vt:lpstr>
      <vt:lpstr>Lovejoy et al. Figure 4</vt:lpstr>
      <vt:lpstr>Lovejoy et al. Figure 4: information content?</vt:lpstr>
      <vt:lpstr>What makes a good plot?</vt:lpstr>
      <vt:lpstr>PowerPoint Presentation</vt:lpstr>
      <vt:lpstr>PowerPoint Presentation</vt:lpstr>
      <vt:lpstr>Projection</vt:lpstr>
      <vt:lpstr>Avoid to use too many levels!</vt:lpstr>
      <vt:lpstr>PowerPoint Presentation</vt:lpstr>
      <vt:lpstr>PowerPoint Presentation</vt:lpstr>
      <vt:lpstr>PowerPoint Presentation</vt:lpstr>
      <vt:lpstr>PowerPoint Presentation</vt:lpstr>
      <vt:lpstr>Selection of the colorbar</vt:lpstr>
      <vt:lpstr>This plot … </vt:lpstr>
      <vt:lpstr>… will look like this for people with protanopia:</vt:lpstr>
      <vt:lpstr>… will look like this for people with deuteranopia:</vt:lpstr>
      <vt:lpstr>… will look like this for people with tritanopia:</vt:lpstr>
      <vt:lpstr>Things to avoid: Mixed Colorbars</vt:lpstr>
      <vt:lpstr>For clarity, when showing many plots at once, use the same colorbar for all!*</vt:lpstr>
      <vt:lpstr>Figure Checklist</vt:lpstr>
      <vt:lpstr>PowerPoint Presentation</vt:lpstr>
      <vt:lpstr>Choose the right color for what you want to show! In doubt, follow IPCC style sheet</vt:lpstr>
      <vt:lpstr>Continued …</vt:lpstr>
      <vt:lpstr>Helpful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Engelmann, Alicia (GIUB)</dc:creator>
  <cp:lastModifiedBy>Engelmann, Alicia (GIUB)</cp:lastModifiedBy>
  <cp:revision>1</cp:revision>
  <dcterms:created xsi:type="dcterms:W3CDTF">2026-03-02T14:06:16Z</dcterms:created>
  <dcterms:modified xsi:type="dcterms:W3CDTF">2026-03-04T10:21:31Z</dcterms:modified>
</cp:coreProperties>
</file>